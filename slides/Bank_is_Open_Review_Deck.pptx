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Logistic Regression</c:v>
                  </c:pt>
                  <c:pt idx="1">
                    <c:v>Random Forest (baseline)</c:v>
                  </c:pt>
                  <c:pt idx="2">
                    <c:v>XGBoost</c:v>
                  </c:pt>
                  <c:pt idx="3">
                    <c:v>Neural Net</c:v>
                  </c:pt>
                  <c:pt idx="4">
                    <c:v>Majority-class baseline</c:v>
                  </c:pt>
                  <c:pt idx="5">
                    <c:v>Coin-flip baseline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49.65</c:v>
                </c:pt>
                <c:pt idx="1">
                  <c:v>50.76</c:v>
                </c:pt>
                <c:pt idx="2">
                  <c:v>50</c:v>
                </c:pt>
                <c:pt idx="3">
                  <c:v>50.53</c:v>
                </c:pt>
                <c:pt idx="4">
                  <c:v>49.44</c:v>
                </c:pt>
                <c:pt idx="5">
                  <c:v>49.67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3"/>
          <c:min val="45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problem: classification of Over/Under relative to the sportsbook total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OVER vs UNDER the Sportsbook Total Line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B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take on "The Bank is Open: AI in Sports Gambling"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Machine Learning Mini-Project - Problem 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Monika P M (PES1UG24CS275) | More Atharv Sachin (PES1UG24CS276)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and dataset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NBA game, classify OVER (1) or UNDER (0) the sportsbook total line. Not a raw-total regression.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includes line_total;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team-performance features use only games before the game.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"NBA Betting Data" (cviaxmiwnptr); Sportsbook Reviews Online source through Jan 2023, ESPN / Sportsbook Review later (per dataset page).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24,440 games, 2007-10-30 to 2026-06-13;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 pushes dropped.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0" y="1188720"/>
            <a:ext cx="301752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1280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24,161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after dropping pushes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2834640"/>
            <a:ext cx="301752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rate (balanced classes)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and chronological split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Paper-inspired features (38)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Last-3-game team stats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strength (season-to-date)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days, back-to-back, games in 7 days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km (Haversine, approximate city coordinates)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line_total, spread, expected total vs 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188720"/>
            <a:ext cx="32004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2356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2008-2022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5727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18,849 games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0" y="2240280"/>
            <a:ext cx="32004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2023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26243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1,311 games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0" y="3291840"/>
            <a:ext cx="320040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2024-2026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36758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3,952 games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control: statistics are shifted by one game before rolling; imputer/scaler fit on train only; test used only for final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and baselines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inputs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(300 trees, depth 4)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9319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depth 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560320"/>
            <a:ext cx="39319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MLP, 1 hidden layer (32)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baselines: always predict Under (train majority) and a seeded coin flip. Hyper-parameters tuned on 2023 validation ROC-AUC.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all near 50%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3716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observed: Random Forest 50.76%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about +/-1.6 points (95% CI, n = 3,952) of the baselines.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-110 odds is about 52.4%: no model reaches 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metrics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(MLP)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Majority-class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49.44%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Coin-flip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is the positive class; threshold 0.5. Random Forest recall is low because it predicts Under more often.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(test set)</a:t>
            </a:r>
            <a:endParaRPr lang="en-US" sz="2800" dirty="0"/>
          </a:p>
        </p:txBody>
      </p:sp>
      <p:pic>
        <p:nvPicPr>
          <p:cNvPr id="3" name="Image 0" descr="/mnt/user-data/outputs/nba-over-under/results/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8412480" cy="19829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actual (Under, Over). Columns: predicted. Logistic Regression and XGBoost predict Over more often; Random Forest predicts Under more often.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four models shows a meaningful predictive advantage over chance.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Forest's 50.76% is the best observed result but within the estimated uncertainty of the baselines.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make no claim of beating the sportsbook; the paper itself reported a modest 51.5%.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team-level features only, small validation set, approximate travel coordinates, unknown opening/closing line.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player/injury data, line movement, longer histories.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NBA Over/Under classification</dc:title>
  <dc:subject>PptxGenJS Presentation</dc:subject>
  <dc:creator>PptxGenJS</dc:creator>
  <cp:lastModifiedBy>PptxGenJS</cp:lastModifiedBy>
  <cp:revision>1</cp:revision>
  <dcterms:created xsi:type="dcterms:W3CDTF">2026-10-06T06:57:51Z</dcterms:created>
  <dcterms:modified xsi:type="dcterms:W3CDTF">2026-10-06T06:57:51Z</dcterms:modified>
</cp:coreProperties>
</file>